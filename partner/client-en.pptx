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8" r:id="rId8"/>
    <p:sldId id="257" r:id="rId7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21"/>
    <p:sldId id="269" r:id="rId22"/>
  </p:sldIdLst>
  <p:sldSz cx="18288000" cy="10287000"/>
  <p:notesSz cx="6858000" cy="9144000"/>
  <p:embeddedFontLs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Eastman Pack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hyperlink" Target="https://miledevs.com/pages/portfolio" TargetMode="External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hyperlink" Target="https://wa.me/380980685004" TargetMode="External"/><Relationship Id="rId4" Type="http://schemas.openxmlformats.org/officeDocument/2006/relationships/hyperlink" Target="https://t.me/anna_miledevs" TargetMode="External"/><Relationship Id="rId5" Type="http://schemas.openxmlformats.org/officeDocument/2006/relationships/hyperlink" Target="https://miledevs.com" TargetMode="External"/><Relationship Id="rId6" Type="http://schemas.openxmlformats.org/officeDocument/2006/relationships/hyperlink" Target="https://miledevs-free-audit.netlify.app/en/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34" y="1058704"/>
            <a:ext cx="17214437" cy="543668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6496050"/>
            <a:ext cx="16230600" cy="253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9009"/>
              </a:lnSpc>
              <a:spcBef>
                <a:spcPct val="0"/>
              </a:spcBef>
            </a:pPr>
            <a:r>
              <a:rPr lang="en-US" b="true" sz="19009" spc="2072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MILEDEVS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6783" y="624890"/>
            <a:ext cx="28996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miledevs.com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51617" y="537260"/>
            <a:ext cx="28996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Партнерство з агенціями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01233" y="2113011"/>
            <a:ext cx="7658067" cy="5743551"/>
          </a:xfrm>
          <a:custGeom>
            <a:avLst/>
            <a:gdLst/>
            <a:ahLst/>
            <a:cxnLst/>
            <a:rect r="r" b="b" t="t" l="l"/>
            <a:pathLst>
              <a:path h="5743551" w="7658067">
                <a:moveTo>
                  <a:pt x="0" y="0"/>
                </a:moveTo>
                <a:lnTo>
                  <a:pt x="7658067" y="0"/>
                </a:lnTo>
                <a:lnTo>
                  <a:pt x="7658067" y="5743551"/>
                </a:lnTo>
                <a:lnTo>
                  <a:pt x="0" y="5743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8764" y="2338083"/>
            <a:ext cx="8125236" cy="97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66"/>
              </a:lnSpc>
              <a:spcBef>
                <a:spcPct val="0"/>
              </a:spcBef>
            </a:pPr>
            <a:r>
              <a:rPr lang="en-US" b="true" sz="7266" spc="792">
                <a:solidFill>
                  <a:srgbClr val="020202"/>
                </a:solidFill>
                <a:latin typeface="Eastman Pack Bold"/>
                <a:ea typeface="Eastman Pack Bold"/>
                <a:cs typeface="Eastman Pack Bold"/>
                <a:sym typeface="Eastman Pack Bold"/>
              </a:rPr>
              <a:t>МИ </a:t>
            </a:r>
            <a:r>
              <a:rPr lang="en-US" b="true" sz="7266" spc="792" strike="noStrike" u="none">
                <a:solidFill>
                  <a:srgbClr val="020202"/>
                </a:solidFill>
                <a:latin typeface="Eastman Pack Bold"/>
                <a:ea typeface="Eastman Pack Bold"/>
                <a:cs typeface="Eastman Pack Bold"/>
                <a:sym typeface="Eastman Pack Bold"/>
              </a:rPr>
              <a:t>MILEDEVS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175" y="3495675"/>
            <a:ext cx="8239125" cy="925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A Shopify agency for growing brands. We build and improve stores that sell.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" y="49530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238750" y="49530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28700" y="66675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238750" y="6667500"/>
            <a:ext cx="3905250" cy="1524000"/>
          </a:xfrm>
          <a:prstGeom prst="roundRect">
            <a:avLst>
              <a:gd name="adj" fmla="val 12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95400" y="5162550"/>
            <a:ext cx="71973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5791200"/>
            <a:ext cx="3486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years on Shopify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5450" y="5162550"/>
            <a:ext cx="1325166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5450" y="5791200"/>
            <a:ext cx="34861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stores for brands in the US, Canada and Europe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6877050"/>
            <a:ext cx="18900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Shopify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7505700"/>
            <a:ext cx="3486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Selected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5450" y="6877050"/>
            <a:ext cx="24578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4500"/>
              </a:lnSpc>
            </a:pPr>
            <a:r>
              <a:rPr sz="3900" b="1" spc="-112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 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5450" y="7505700"/>
            <a:ext cx="3486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on Upwork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MileDevs in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47900"/>
            <a:ext cx="15354300" cy="462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We build and grow Shopify stores for brands. Here is what working with us looks like: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619500"/>
            <a:ext cx="5067300" cy="4191000"/>
          </a:xfrm>
          <a:prstGeom prst="roundRect">
            <a:avLst>
              <a:gd name="adj" fmla="val 5454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610350" y="3619500"/>
            <a:ext cx="5067300" cy="4191000"/>
          </a:xfrm>
          <a:prstGeom prst="roundRect">
            <a:avLst>
              <a:gd name="adj" fmla="val 5454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2192000" y="3619500"/>
            <a:ext cx="5067300" cy="4191000"/>
          </a:xfrm>
          <a:prstGeom prst="roundRect">
            <a:avLst>
              <a:gd name="adj" fmla="val 5454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ight Arrow 6"/>
          <p:cNvSpPr/>
          <p:nvPr/>
        </p:nvSpPr>
        <p:spPr>
          <a:xfrm>
            <a:off x="6162675" y="55626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ight Arrow 7"/>
          <p:cNvSpPr/>
          <p:nvPr/>
        </p:nvSpPr>
        <p:spPr>
          <a:xfrm>
            <a:off x="11744325" y="55626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409700" y="40005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95400" y="40005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6991350" y="40005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77050" y="40005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12573000" y="4000500"/>
            <a:ext cx="685800" cy="685800"/>
          </a:xfrm>
          <a:prstGeom prst="ellipse">
            <a:avLst/>
          </a:prstGeom>
          <a:solidFill>
            <a:srgbClr val="3A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458700" y="40005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5029200"/>
            <a:ext cx="4419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 build stores that sell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700" y="6096000"/>
            <a:ext cx="4419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New stores, redesigns, migration to Shopify, fixes, speed and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1350" y="5029200"/>
            <a:ext cx="44196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One team for the whole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350" y="6096000"/>
            <a:ext cx="4419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Design, development, integrations and testing, led by a project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0" y="5029200"/>
            <a:ext cx="4419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first step is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0" y="6096000"/>
            <a:ext cx="4419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audit your store and show what to fix, with a mockup for every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8382000"/>
            <a:ext cx="163449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Next: who we are, what we do, results, case studies, how we work and answers to common questions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71575"/>
            <a:ext cx="1059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brands come to us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3295650"/>
            <a:ext cx="12496800" cy="462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Whichever one is yours, we look at the whole store, not just one page.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16255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29640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430250" y="4953000"/>
            <a:ext cx="3829050" cy="3810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37160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5730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550545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9115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963930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2500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3773150" y="52959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658850" y="52959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New brand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819900"/>
            <a:ext cx="32575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You need a store that is ready to sell from day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545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Moving to Shopify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5450" y="681990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From WordPress or another platform, without losing products or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30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Traffic, few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9300" y="681990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Visitors come from ads and social, but only a few 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73150" y="628650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Ready to grow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73150" y="681990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Custom features, integrations or new markets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browser_carb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381000"/>
            <a:ext cx="7620000" cy="5334000"/>
          </a:xfrm>
          <a:prstGeom prst="rect">
            <a:avLst/>
          </a:prstGeom>
        </p:spPr>
      </p:pic>
      <p:pic>
        <p:nvPicPr>
          <p:cNvPr id="4" name="Picture 3" descr="phone_carb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0" y="2476500"/>
            <a:ext cx="2667000" cy="4729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700" y="1171575"/>
            <a:ext cx="73533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store built around the way you sell</a:t>
            </a:r>
          </a:p>
        </p:txBody>
      </p:sp>
      <p:sp>
        <p:nvSpPr>
          <p:cNvPr id="6" name="Oval 5"/>
          <p:cNvSpPr/>
          <p:nvPr/>
        </p:nvSpPr>
        <p:spPr>
          <a:xfrm>
            <a:off x="1028700" y="46386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33500" y="4476750"/>
            <a:ext cx="7448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 design and development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for your brand</a:t>
            </a:r>
          </a:p>
        </p:txBody>
      </p:sp>
      <p:sp>
        <p:nvSpPr>
          <p:cNvPr id="8" name="Oval 7"/>
          <p:cNvSpPr/>
          <p:nvPr/>
        </p:nvSpPr>
        <p:spPr>
          <a:xfrm>
            <a:off x="1028700" y="52101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33500" y="5048250"/>
            <a:ext cx="74485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Migration to Shopify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without losing products, customers or orders</a:t>
            </a:r>
          </a:p>
        </p:txBody>
      </p:sp>
      <p:sp>
        <p:nvSpPr>
          <p:cNvPr id="10" name="Oval 9"/>
          <p:cNvSpPr/>
          <p:nvPr/>
        </p:nvSpPr>
        <p:spPr>
          <a:xfrm>
            <a:off x="1028700" y="614362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33500" y="5981700"/>
            <a:ext cx="74485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 features: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apps and integrations that fit your processes</a:t>
            </a:r>
          </a:p>
        </p:txBody>
      </p:sp>
      <p:sp>
        <p:nvSpPr>
          <p:cNvPr id="12" name="Oval 11"/>
          <p:cNvSpPr/>
          <p:nvPr/>
        </p:nvSpPr>
        <p:spPr>
          <a:xfrm>
            <a:off x="1028700" y="70770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33500" y="6915150"/>
            <a:ext cx="7448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Multiple languages and currencies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for new markets</a:t>
            </a:r>
          </a:p>
        </p:txBody>
      </p:sp>
      <p:sp>
        <p:nvSpPr>
          <p:cNvPr id="14" name="Oval 13"/>
          <p:cNvSpPr/>
          <p:nvPr/>
        </p:nvSpPr>
        <p:spPr>
          <a:xfrm>
            <a:off x="1028700" y="7648575"/>
            <a:ext cx="95250" cy="9525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33500" y="7486650"/>
            <a:ext cx="7448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Ongoing support</a:t>
            </a:r>
            <a:r>
              <a:rPr sz="2100" b="0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 after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0" y="7524750"/>
            <a:ext cx="5829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long it 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0" y="8153400"/>
            <a:ext cx="2781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New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73000" y="8210550"/>
            <a:ext cx="3810000" cy="209550"/>
          </a:xfrm>
          <a:prstGeom prst="roundRect">
            <a:avLst>
              <a:gd name="adj" fmla="val 50000"/>
            </a:avLst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2573000" y="8210550"/>
            <a:ext cx="1905000" cy="209550"/>
          </a:xfrm>
          <a:prstGeom prst="roundRect">
            <a:avLst>
              <a:gd name="adj" fmla="val 50000"/>
            </a:avLst>
          </a:prstGeom>
          <a:solidFill>
            <a:srgbClr val="9A9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4287500" y="8210550"/>
            <a:ext cx="2095500" cy="20955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6573500" y="8153400"/>
            <a:ext cx="1638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4–8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0" y="8724900"/>
            <a:ext cx="2781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573000" y="8782050"/>
            <a:ext cx="3810000" cy="209550"/>
          </a:xfrm>
          <a:prstGeom prst="roundRect">
            <a:avLst>
              <a:gd name="adj" fmla="val 50000"/>
            </a:avLst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2573000" y="8782050"/>
            <a:ext cx="952500" cy="209550"/>
          </a:xfrm>
          <a:prstGeom prst="roundRect">
            <a:avLst>
              <a:gd name="adj" fmla="val 50000"/>
            </a:avLst>
          </a:prstGeom>
          <a:solidFill>
            <a:srgbClr val="9A9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3335000" y="8782050"/>
            <a:ext cx="1143000" cy="20955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6573500" y="8724900"/>
            <a:ext cx="1638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2–4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0" y="9296400"/>
            <a:ext cx="2781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Small fixes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573000" y="9353550"/>
            <a:ext cx="3810000" cy="209550"/>
          </a:xfrm>
          <a:prstGeom prst="roundRect">
            <a:avLst>
              <a:gd name="adj" fmla="val 50000"/>
            </a:avLst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573000" y="9353550"/>
            <a:ext cx="247650" cy="209550"/>
          </a:xfrm>
          <a:prstGeom prst="roundRect">
            <a:avLst>
              <a:gd name="adj" fmla="val 5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6573500" y="9296400"/>
            <a:ext cx="1638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24–72 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53125" cy="10287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ne_rin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990600"/>
            <a:ext cx="4381500" cy="830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48450" y="1790700"/>
            <a:ext cx="107251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Fewer obstacles on the way to checkout</a:t>
            </a:r>
          </a:p>
        </p:txBody>
      </p:sp>
      <p:sp>
        <p:nvSpPr>
          <p:cNvPr id="5" name="Pentagon 4"/>
          <p:cNvSpPr/>
          <p:nvPr/>
        </p:nvSpPr>
        <p:spPr>
          <a:xfrm>
            <a:off x="6648450" y="4095750"/>
            <a:ext cx="2209800" cy="838200"/>
          </a:xfrm>
          <a:prstGeom prst="homePlate">
            <a:avLst>
              <a:gd name="adj" fmla="val 34090"/>
            </a:avLst>
          </a:prstGeom>
          <a:solidFill>
            <a:srgbClr val="E3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34150" y="4095750"/>
            <a:ext cx="24384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Search</a:t>
            </a:r>
          </a:p>
        </p:txBody>
      </p:sp>
      <p:sp>
        <p:nvSpPr>
          <p:cNvPr id="7" name="Chevron 6"/>
          <p:cNvSpPr/>
          <p:nvPr/>
        </p:nvSpPr>
        <p:spPr>
          <a:xfrm>
            <a:off x="8743950" y="4095750"/>
            <a:ext cx="2209800" cy="838200"/>
          </a:xfrm>
          <a:prstGeom prst="chevron">
            <a:avLst>
              <a:gd name="adj" fmla="val 34090"/>
            </a:avLst>
          </a:prstGeom>
          <a:solidFill>
            <a:srgbClr val="BEB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9200" y="4095750"/>
            <a:ext cx="22288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</a:t>
            </a:r>
          </a:p>
        </p:txBody>
      </p:sp>
      <p:sp>
        <p:nvSpPr>
          <p:cNvPr id="9" name="Chevron 8"/>
          <p:cNvSpPr/>
          <p:nvPr/>
        </p:nvSpPr>
        <p:spPr>
          <a:xfrm>
            <a:off x="10839450" y="4095750"/>
            <a:ext cx="2209800" cy="838200"/>
          </a:xfrm>
          <a:prstGeom prst="chevron">
            <a:avLst>
              <a:gd name="adj" fmla="val 34090"/>
            </a:avLst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934700" y="4095750"/>
            <a:ext cx="22288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Cart</a:t>
            </a:r>
          </a:p>
        </p:txBody>
      </p:sp>
      <p:sp>
        <p:nvSpPr>
          <p:cNvPr id="11" name="Chevron 10"/>
          <p:cNvSpPr/>
          <p:nvPr/>
        </p:nvSpPr>
        <p:spPr>
          <a:xfrm>
            <a:off x="12934950" y="4095750"/>
            <a:ext cx="2209800" cy="838200"/>
          </a:xfrm>
          <a:prstGeom prst="chevron">
            <a:avLst>
              <a:gd name="adj" fmla="val 34090"/>
            </a:avLst>
          </a:prstGeom>
          <a:solidFill>
            <a:srgbClr val="4A4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030200" y="4095750"/>
            <a:ext cx="22288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Checkout</a:t>
            </a:r>
          </a:p>
        </p:txBody>
      </p:sp>
      <p:sp>
        <p:nvSpPr>
          <p:cNvPr id="13" name="Chevron 12"/>
          <p:cNvSpPr/>
          <p:nvPr/>
        </p:nvSpPr>
        <p:spPr>
          <a:xfrm>
            <a:off x="15030450" y="4095750"/>
            <a:ext cx="2228850" cy="838200"/>
          </a:xfrm>
          <a:prstGeom prst="chevron">
            <a:avLst>
              <a:gd name="adj" fmla="val 3409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125700" y="4095750"/>
            <a:ext cx="22479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8450" y="5619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CRO and UX/UI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8450" y="6038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We find where your store loses shoppers, from search to payment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48450" y="657225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8450" y="6762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Mobile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7181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Product pages, navigation and checkout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8450" y="771525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48450" y="7905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Loading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450" y="8324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It has a direct effect on sales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8450" y="8858250"/>
            <a:ext cx="1061085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48450" y="9048750"/>
            <a:ext cx="1072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Features for your niche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450" y="9467850"/>
            <a:ext cx="107251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Based on niche and competitor research, such as 3D and 360° product views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8700" y="2571750"/>
            <a:ext cx="8572500" cy="7239000"/>
          </a:xfrm>
          <a:prstGeom prst="roundRect">
            <a:avLst>
              <a:gd name="adj" fmla="val 3157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proof-k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762250"/>
            <a:ext cx="8191500" cy="6677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9486900"/>
            <a:ext cx="83058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Shopify Analytics · Jun 19 – Sep 17, 2025 vs Mar 20 – Jun 18,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0800" y="2667000"/>
            <a:ext cx="716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Store build ·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0800" y="3028950"/>
            <a:ext cx="716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Kids' electric ride-on store on Shopify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0" y="4000500"/>
            <a:ext cx="2495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6000"/>
              </a:lnSpc>
            </a:pPr>
            <a:r>
              <a:rPr sz="5400" b="1" spc="-150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0" y="4038600"/>
            <a:ext cx="4705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0" y="4438650"/>
            <a:ext cx="47053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$383K → $517K in 90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10800" y="5048250"/>
            <a:ext cx="70485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10800" y="5334000"/>
            <a:ext cx="2495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6000"/>
              </a:lnSpc>
            </a:pPr>
            <a:r>
              <a:rPr sz="5400" b="1" spc="-150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8250" y="5372100"/>
            <a:ext cx="4705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Average order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8250" y="5772150"/>
            <a:ext cx="47053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$303 → $430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10800" y="6381750"/>
            <a:ext cx="70485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210800" y="6667500"/>
            <a:ext cx="2495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6000"/>
              </a:lnSpc>
            </a:pPr>
            <a:r>
              <a:rPr sz="5400" b="1" spc="-150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+52%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0" y="6705600"/>
            <a:ext cx="4705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Gross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0" y="7105650"/>
            <a:ext cx="47053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vs the previous 90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10800" y="8001000"/>
            <a:ext cx="7048500" cy="1809750"/>
          </a:xfrm>
          <a:prstGeom prst="roundRect">
            <a:avLst>
              <a:gd name="adj" fmla="val 12631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591800" y="8267700"/>
            <a:ext cx="6400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AAAAAA"/>
                </a:solidFill>
                <a:latin typeface="Open Sauce"/>
                <a:ea typeface="Open Sauce"/>
                <a:cs typeface="Open Sauce"/>
                <a:sym typeface="Open Sauce"/>
              </a:rPr>
              <a:t>Another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800" y="8610600"/>
            <a:ext cx="64008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+19% in sales</a:t>
            </a:r>
            <a:r>
              <a:rPr sz="21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after CRO changes to product pages and checkout, May vs April 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71575"/>
            <a:ext cx="607695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Less manual work after every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6250" y="1428750"/>
            <a:ext cx="868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we 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6250" y="1981200"/>
            <a:ext cx="2571750" cy="6858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81950" y="1981200"/>
            <a:ext cx="28003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Shopify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8500" y="198120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744200" y="1981200"/>
            <a:ext cx="22288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Klaviyo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049250" y="1981200"/>
            <a:ext cx="4210050" cy="685800"/>
          </a:xfrm>
          <a:prstGeom prst="roundRect">
            <a:avLst>
              <a:gd name="adj" fmla="val 50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934950" y="1981200"/>
            <a:ext cx="44386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CRM and chatbots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391025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53350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1115675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4478000" y="5143500"/>
            <a:ext cx="2781300" cy="2762250"/>
          </a:xfrm>
          <a:prstGeom prst="roundRect">
            <a:avLst>
              <a:gd name="adj" fmla="val 8275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3905250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ight Arrow 15"/>
          <p:cNvSpPr/>
          <p:nvPr/>
        </p:nvSpPr>
        <p:spPr>
          <a:xfrm>
            <a:off x="7267575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ight Arrow 16"/>
          <p:cNvSpPr/>
          <p:nvPr/>
        </p:nvSpPr>
        <p:spPr>
          <a:xfrm>
            <a:off x="10629900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13992225" y="6334125"/>
            <a:ext cx="390525" cy="3810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95400" y="5410200"/>
            <a:ext cx="78514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Step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Order or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6248400"/>
            <a:ext cx="2400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A customer orders or leaves a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7725" y="5410200"/>
            <a:ext cx="78514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7725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725" y="6248400"/>
            <a:ext cx="24003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It goes straight into your CRM, no manual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0050" y="5410200"/>
            <a:ext cx="78514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0050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Bot 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0050" y="6248400"/>
            <a:ext cx="2400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Answers common customer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2375" y="5410200"/>
            <a:ext cx="78514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2375" y="5753100"/>
            <a:ext cx="240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Your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2375" y="6248400"/>
            <a:ext cx="2400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Gets notified and takes it from there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44700" y="5410200"/>
            <a:ext cx="78514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AAAAAA"/>
                </a:solidFill>
                <a:latin typeface="Open Sauce"/>
                <a:ea typeface="Open Sauce"/>
                <a:cs typeface="Open Sauce"/>
                <a:sym typeface="Open Sauce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44700" y="5753100"/>
            <a:ext cx="24003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Repeat purchase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44700" y="6610350"/>
            <a:ext cx="24003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flow brings the customer back to buy again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71575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MILEDEVS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381250"/>
            <a:ext cx="14401800" cy="462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Ready-made solutions that keep working after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524250"/>
            <a:ext cx="5200650" cy="4857750"/>
          </a:xfrm>
          <a:prstGeom prst="roundRect">
            <a:avLst>
              <a:gd name="adj" fmla="val 549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34150" y="3524250"/>
            <a:ext cx="5200650" cy="4857750"/>
          </a:xfrm>
          <a:prstGeom prst="roundRect">
            <a:avLst>
              <a:gd name="adj" fmla="val 549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2039600" y="3524250"/>
            <a:ext cx="5200650" cy="4857750"/>
          </a:xfrm>
          <a:prstGeom prst="roundRect">
            <a:avLst>
              <a:gd name="adj" fmla="val 549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447800" y="3943350"/>
            <a:ext cx="110155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Product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4305300"/>
            <a:ext cx="4591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Blog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5048250"/>
            <a:ext cx="4476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Writes and publishes SEO articles in your brand 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7800" y="6667500"/>
            <a:ext cx="4362450" cy="1905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47800" y="6915150"/>
            <a:ext cx="14814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What you 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7258050"/>
            <a:ext cx="44767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Search traffic without a copywriter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0" y="3943350"/>
            <a:ext cx="110155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Product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0" y="4305300"/>
            <a:ext cx="4591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 Shopify 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0" y="5048250"/>
            <a:ext cx="4476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Our fast theme: SEO-ready, 90+ PageSpeed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3250" y="6667500"/>
            <a:ext cx="4362450" cy="1905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53250" y="6915150"/>
            <a:ext cx="14814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What you 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0" y="7258050"/>
            <a:ext cx="44767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fast start without costly custom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58700" y="3943350"/>
            <a:ext cx="110155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Product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58700" y="4305300"/>
            <a:ext cx="4591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Sales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58700" y="5048250"/>
            <a:ext cx="4476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Knows your catalog, recommends products and collects leads 24/7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458700" y="6667500"/>
            <a:ext cx="4362450" cy="19050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458700" y="6915150"/>
            <a:ext cx="14814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What you 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58700" y="7258050"/>
            <a:ext cx="44767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Leads even at night and on weekends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team behind your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47900"/>
            <a:ext cx="14973300" cy="925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Designers, developers, integration specialists and QA. Each one owns their area and delivers quality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23875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44880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65885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ight Arrow 7"/>
          <p:cNvSpPr/>
          <p:nvPr/>
        </p:nvSpPr>
        <p:spPr>
          <a:xfrm>
            <a:off x="4743450" y="527685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ight Arrow 8"/>
          <p:cNvSpPr/>
          <p:nvPr/>
        </p:nvSpPr>
        <p:spPr>
          <a:xfrm>
            <a:off x="8953500" y="527685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ight Arrow 9"/>
          <p:cNvSpPr/>
          <p:nvPr/>
        </p:nvSpPr>
        <p:spPr>
          <a:xfrm>
            <a:off x="13163550" y="527685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33350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1920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54355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2925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75360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3930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1396365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84935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Structure and interface for your brand and catalog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55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Custom Shopify themes and sections, speed and clean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360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360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Apps, CRM, automation and Shopify Plus 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6365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6365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Every build is checked on different devices before launch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" y="7334250"/>
            <a:ext cx="16230600" cy="1428750"/>
          </a:xfrm>
          <a:prstGeom prst="roundRect">
            <a:avLst>
              <a:gd name="adj" fmla="val 16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409700" y="7677150"/>
            <a:ext cx="5067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9700" y="8153400"/>
            <a:ext cx="5067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AAAAAA"/>
                </a:solidFill>
                <a:latin typeface="Open Sauce"/>
                <a:ea typeface="Open Sauce"/>
                <a:cs typeface="Open Sauce"/>
                <a:sym typeface="Open Sauce"/>
              </a:rPr>
              <a:t>At every 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0" y="7696200"/>
            <a:ext cx="103251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project manager keeps timelines, communication and reports, so you always know where the project stands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Work you can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47900"/>
            <a:ext cx="1634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000"/>
              </a:lnSpc>
            </a:pPr>
            <a:r>
              <a:rPr sz="22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All case studies are at </a:t>
            </a: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3"/>
              </a:rPr>
              <a:t>miledevs.com/pages/portfolio</a:t>
            </a:r>
            <a:r>
              <a:rPr sz="22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. We are happy to walk you through any project on a call.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16255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29640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430250" y="3238500"/>
            <a:ext cx="3829050" cy="5524500"/>
          </a:xfrm>
          <a:prstGeom prst="roundRect">
            <a:avLst>
              <a:gd name="adj" fmla="val 597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se2_lune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3390900"/>
            <a:ext cx="3524250" cy="2857500"/>
          </a:xfrm>
          <a:prstGeom prst="rect">
            <a:avLst/>
          </a:prstGeom>
        </p:spPr>
      </p:pic>
      <p:pic>
        <p:nvPicPr>
          <p:cNvPr id="9" name="Picture 8" descr="case2_rinf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950" y="3390900"/>
            <a:ext cx="3524250" cy="2857500"/>
          </a:xfrm>
          <a:prstGeom prst="rect">
            <a:avLst/>
          </a:prstGeom>
        </p:spPr>
      </p:pic>
      <p:pic>
        <p:nvPicPr>
          <p:cNvPr id="10" name="Picture 9" descr="case2_joyfol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3390900"/>
            <a:ext cx="3524250" cy="2857500"/>
          </a:xfrm>
          <a:prstGeom prst="rect">
            <a:avLst/>
          </a:prstGeom>
        </p:spPr>
      </p:pic>
      <p:pic>
        <p:nvPicPr>
          <p:cNvPr id="11" name="Picture 10" descr="case2_carb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82650" y="3390900"/>
            <a:ext cx="3524250" cy="285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50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Lunesi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Hair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7353300"/>
            <a:ext cx="335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Custom theme, multi-currency, shipping and marketing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35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Rinfit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35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Silicone rings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350" y="7353300"/>
            <a:ext cx="335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Design implementation, mobile improvements, size and color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Joyfolie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Fashion and footwear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7353300"/>
            <a:ext cx="335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Full-cycle store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35050" y="6515100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Carbon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35050" y="6972300"/>
            <a:ext cx="3352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777777"/>
                </a:solidFill>
                <a:latin typeface="Open Sauce"/>
                <a:ea typeface="Open Sauce"/>
                <a:cs typeface="Open Sauce"/>
                <a:sym typeface="Open Sauce"/>
              </a:rPr>
              <a:t>Car accessories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35050" y="7353300"/>
            <a:ext cx="335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Full-cycle store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we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5900" y="3905250"/>
            <a:ext cx="12172950" cy="38100"/>
          </a:xfrm>
          <a:prstGeom prst="rect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ight Arrow 3"/>
          <p:cNvSpPr/>
          <p:nvPr/>
        </p:nvSpPr>
        <p:spPr>
          <a:xfrm>
            <a:off x="4552950" y="37719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ight Arrow 4"/>
          <p:cNvSpPr/>
          <p:nvPr/>
        </p:nvSpPr>
        <p:spPr>
          <a:xfrm>
            <a:off x="8610600" y="37719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ight Arrow 5"/>
          <p:cNvSpPr/>
          <p:nvPr/>
        </p:nvSpPr>
        <p:spPr>
          <a:xfrm>
            <a:off x="12668250" y="377190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28700" y="3467100"/>
            <a:ext cx="914400" cy="914400"/>
          </a:xfrm>
          <a:prstGeom prst="ellipse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5086350" y="3467100"/>
            <a:ext cx="914400" cy="914400"/>
          </a:xfrm>
          <a:prstGeom prst="ellipse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7205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3467100"/>
            <a:ext cx="914400" cy="914400"/>
          </a:xfrm>
          <a:prstGeom prst="ellipse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2970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3201650" y="3467100"/>
            <a:ext cx="914400" cy="9144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087350" y="34671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4857750"/>
            <a:ext cx="3829050" cy="3143250"/>
          </a:xfrm>
          <a:prstGeom prst="roundRect">
            <a:avLst>
              <a:gd name="adj" fmla="val 7272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086350" y="4857750"/>
            <a:ext cx="3829050" cy="3143250"/>
          </a:xfrm>
          <a:prstGeom prst="roundRect">
            <a:avLst>
              <a:gd name="adj" fmla="val 7272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144000" y="4857750"/>
            <a:ext cx="3829050" cy="3143250"/>
          </a:xfrm>
          <a:prstGeom prst="roundRect">
            <a:avLst>
              <a:gd name="adj" fmla="val 7272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3201650" y="4857750"/>
            <a:ext cx="4057650" cy="3143250"/>
          </a:xfrm>
          <a:prstGeom prst="roundRect">
            <a:avLst>
              <a:gd name="adj" fmla="val 7272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71600" y="523875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Call and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10250"/>
            <a:ext cx="32575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You tell us about your brand, store and goals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9250" y="523875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 and estimate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0" y="581025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Scope, timeline and price are agreed before we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6900" y="5238750"/>
            <a:ext cx="325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6900" y="5810250"/>
            <a:ext cx="32575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Design and development with regular status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44550" y="5238750"/>
            <a:ext cx="3543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Launch and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44550" y="5810250"/>
            <a:ext cx="354330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stay after launch: updates, optimization and growth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Common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8700" y="276225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28700" y="304800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much does it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3524250"/>
            <a:ext cx="80772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We estimate after a short call. Scope, timeline and price are fixed before we start.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96400" y="276225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96400" y="304800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long does it take?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3524250"/>
            <a:ext cx="80772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Small fixes take 24–72 hours, a redesign 2–4 weeks, a new store 4–8 weeks.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8700" y="495300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8700" y="523875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Will we lose data when moving to Shopify?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5715000"/>
            <a:ext cx="80772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We move products, customers and orders, and test every key flow before switching traffic to the new store.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96400" y="495300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96400" y="523875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 you work with existing stores?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6400" y="5715000"/>
            <a:ext cx="80772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Yes: redesign, fixes, speed, CRO audit and ongoing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700" y="714375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28700" y="742950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Who will we talk 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7905750"/>
            <a:ext cx="80772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A project manager who keeps you updated at every stage.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6400" y="7143750"/>
            <a:ext cx="7962900" cy="19050"/>
          </a:xfrm>
          <a:prstGeom prst="rect">
            <a:avLst/>
          </a:prstGeom>
          <a:solidFill>
            <a:srgbClr val="E0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96400" y="7429500"/>
            <a:ext cx="8077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Where do we start?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7905750"/>
            <a:ext cx="80772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With a free audit of your store. No Shopify access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na-coll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53125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67525" y="1238250"/>
            <a:ext cx="101536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to start</a:t>
            </a:r>
          </a:p>
        </p:txBody>
      </p:sp>
      <p:sp>
        <p:nvSpPr>
          <p:cNvPr id="4" name="Oval 3"/>
          <p:cNvSpPr/>
          <p:nvPr/>
        </p:nvSpPr>
        <p:spPr>
          <a:xfrm>
            <a:off x="6867525" y="30480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753225" y="30480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0025" y="3067050"/>
            <a:ext cx="9544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Message Anna on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0025" y="3486150"/>
            <a:ext cx="95440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3"/>
              </a:rPr>
              <a:t>+380 98 068 5004</a:t>
            </a:r>
          </a:p>
        </p:txBody>
      </p:sp>
      <p:sp>
        <p:nvSpPr>
          <p:cNvPr id="8" name="Oval 7"/>
          <p:cNvSpPr/>
          <p:nvPr/>
        </p:nvSpPr>
        <p:spPr>
          <a:xfrm>
            <a:off x="6867525" y="447675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53225" y="447675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0025" y="4495800"/>
            <a:ext cx="9544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Send your store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0025" y="4914900"/>
            <a:ext cx="95440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Or your idea, plus 2–3 sentences about your goal</a:t>
            </a:r>
          </a:p>
        </p:txBody>
      </p:sp>
      <p:sp>
        <p:nvSpPr>
          <p:cNvPr id="12" name="Oval 11"/>
          <p:cNvSpPr/>
          <p:nvPr/>
        </p:nvSpPr>
        <p:spPr>
          <a:xfrm>
            <a:off x="6867525" y="5905500"/>
            <a:ext cx="685800" cy="6858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53225" y="590550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0025" y="5924550"/>
            <a:ext cx="9544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Get a free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0025" y="6343650"/>
            <a:ext cx="95440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We show where your store loses shoppers and how each page should look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7525" y="7524750"/>
            <a:ext cx="10391775" cy="2000250"/>
          </a:xfrm>
          <a:prstGeom prst="roundRect">
            <a:avLst>
              <a:gd name="adj" fmla="val 11428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48525" y="7867650"/>
            <a:ext cx="97440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2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Anna Serputko · MileDevs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8525" y="8382000"/>
            <a:ext cx="97440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550"/>
              </a:lnSpc>
            </a:pP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WhatsApp: 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3"/>
              </a:rPr>
              <a:t>+380 98 068 5004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· Telegram: 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4"/>
              </a:rPr>
              <a:t>t.me/anna_miledevs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8525" y="8763000"/>
            <a:ext cx="97440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550"/>
              </a:lnSpc>
            </a:pP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Website: 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5"/>
              </a:rPr>
              <a:t>miledevs.com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· Free audit: </a:t>
            </a:r>
            <a:r>
              <a:rPr sz="18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6"/>
              </a:rPr>
              <a:t>miledevs-free-audit.netlify.app/en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DAHYBIgPRNQ</dc:identifier>
  <dcterms:modified xsi:type="dcterms:W3CDTF">2011-08-01T06:04:30Z</dcterms:modified>
  <cp:revision>1</cp:revision>
  <dc:title>MileDevs × партнери — дзвінок 16.10 (Panem)</dc:title>
</cp:coreProperties>
</file>