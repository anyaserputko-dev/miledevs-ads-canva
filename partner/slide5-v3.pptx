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60" r:id="rId10"/>
  </p:sldIdLst>
  <p:sldSz cx="18288000" cy="10287000"/>
  <p:notesSz cx="6858000" cy="9144000"/>
  <p:embeddedFontLst>
    <p:embeddedFont>
      <p:font typeface="Open Sauce Bold" charset="1" panose="00000800000000000000"/>
      <p:regular r:id="rId18"/>
    </p:embeddedFont>
    <p:embeddedFont>
      <p:font typeface="Open Sauce" charset="1" panose="00000500000000000000"/>
      <p:regular r:id="rId19"/>
    </p:embeddedFont>
    <p:embeddedFont>
      <p:font typeface="Eastman Pack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1028700"/>
            <a:ext cx="16344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7200"/>
              </a:lnSpc>
            </a:pPr>
            <a:r>
              <a:rPr sz="7200" b="1" spc="-633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За магазином стоїть команда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247900"/>
            <a:ext cx="14973300" cy="925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645"/>
              </a:lnSpc>
            </a:pPr>
            <a:r>
              <a:rPr sz="270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У команді дизайнери, розробники, спеціалісти з інтеграцій і тестувальники. Кожен відповідає за свою зону і здає якісний результат.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" y="3905250"/>
            <a:ext cx="3600450" cy="3048000"/>
          </a:xfrm>
          <a:prstGeom prst="roundRect">
            <a:avLst>
              <a:gd name="adj" fmla="val 7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238750" y="3905250"/>
            <a:ext cx="3600450" cy="3048000"/>
          </a:xfrm>
          <a:prstGeom prst="roundRect">
            <a:avLst>
              <a:gd name="adj" fmla="val 7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448800" y="3905250"/>
            <a:ext cx="3600450" cy="3048000"/>
          </a:xfrm>
          <a:prstGeom prst="roundRect">
            <a:avLst>
              <a:gd name="adj" fmla="val 7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3658850" y="3905250"/>
            <a:ext cx="3600450" cy="3048000"/>
          </a:xfrm>
          <a:prstGeom prst="roundRect">
            <a:avLst>
              <a:gd name="adj" fmla="val 75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ight Arrow 7"/>
          <p:cNvSpPr/>
          <p:nvPr/>
        </p:nvSpPr>
        <p:spPr>
          <a:xfrm>
            <a:off x="4743450" y="527685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ight Arrow 8"/>
          <p:cNvSpPr/>
          <p:nvPr/>
        </p:nvSpPr>
        <p:spPr>
          <a:xfrm>
            <a:off x="8953500" y="527685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ight Arrow 9"/>
          <p:cNvSpPr/>
          <p:nvPr/>
        </p:nvSpPr>
        <p:spPr>
          <a:xfrm>
            <a:off x="13163550" y="5276850"/>
            <a:ext cx="381000" cy="304800"/>
          </a:xfrm>
          <a:prstGeom prst="rightArrow">
            <a:avLst>
              <a:gd name="adj1" fmla="val 40000"/>
              <a:gd name="adj2" fmla="val 80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333500" y="4210050"/>
            <a:ext cx="609600" cy="6096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19200" y="4210050"/>
            <a:ext cx="838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5543550" y="4210050"/>
            <a:ext cx="609600" cy="6096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29250" y="4210050"/>
            <a:ext cx="838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9753600" y="4210050"/>
            <a:ext cx="609600" cy="6096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39300" y="4210050"/>
            <a:ext cx="838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13963650" y="4210050"/>
            <a:ext cx="609600" cy="609600"/>
          </a:xfrm>
          <a:prstGeom prst="ellipse">
            <a:avLst/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849350" y="4210050"/>
            <a:ext cx="838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3500" y="5086350"/>
            <a:ext cx="3162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Дизайн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3500" y="5600700"/>
            <a:ext cx="31051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Структура й інтерфейс під бренд і асортимент клієнта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3550" y="5086350"/>
            <a:ext cx="3162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Розробка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3550" y="5600700"/>
            <a:ext cx="31051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Кастомні теми й секції Shopify, швидкість і чистий код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3600" y="5086350"/>
            <a:ext cx="3162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Інтеграції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3600" y="5600700"/>
            <a:ext cx="31051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Застосунки, CRM, автоматизації та рішення для Shopify Plus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63650" y="5086350"/>
            <a:ext cx="3162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Тестування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63650" y="5600700"/>
            <a:ext cx="31051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625"/>
              </a:lnSpc>
            </a:pPr>
            <a:r>
              <a:rPr sz="1950" b="0">
                <a:solidFill>
                  <a:srgbClr val="444444"/>
                </a:solidFill>
                <a:latin typeface="Open Sauce"/>
                <a:ea typeface="Open Sauce"/>
                <a:cs typeface="Open Sauce"/>
                <a:sym typeface="Open Sauce"/>
              </a:rPr>
              <a:t>Перевірка кожної збірки на різних пристроях до запуску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8700" y="7334250"/>
            <a:ext cx="16230600" cy="1428750"/>
          </a:xfrm>
          <a:prstGeom prst="roundRect">
            <a:avLst>
              <a:gd name="adj" fmla="val 16000"/>
            </a:avLst>
          </a:prstGeom>
          <a:solidFill>
            <a:srgbClr val="02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409700" y="7677150"/>
            <a:ext cx="5067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Ведення проєкту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9700" y="8153400"/>
            <a:ext cx="5067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100"/>
              </a:lnSpc>
            </a:pPr>
            <a:r>
              <a:rPr sz="1650" b="0">
                <a:solidFill>
                  <a:srgbClr val="AAAAAA"/>
                </a:solidFill>
                <a:latin typeface="Open Sauce"/>
                <a:ea typeface="Open Sauce"/>
                <a:cs typeface="Open Sauce"/>
                <a:sym typeface="Open Sauce"/>
              </a:rPr>
              <a:t>На кожному етапі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7500" y="7696200"/>
            <a:ext cx="103251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spAutoFit/>
          </a:bodyPr>
          <a:lstStyle/>
          <a:p>
            <a:pPr algn="l">
              <a:lnSpc>
                <a:spcPts val="2850"/>
              </a:lnSpc>
            </a:pPr>
            <a:r>
              <a:rPr sz="2100" b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Проєкт-менеджер тримає строки, комунікацію і звіти для вас, щоб ви завжди знали, на якому етапі проєкт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DAHYBIgPRNQ</dc:identifier>
  <dcterms:modified xsi:type="dcterms:W3CDTF">2011-08-01T06:04:30Z</dcterms:modified>
  <cp:revision>1</cp:revision>
  <dc:title>MileDevs × партнери — дзвінок 16.10 (Panem)</dc:title>
</cp:coreProperties>
</file>