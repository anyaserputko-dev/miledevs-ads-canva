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Unbounded"/>
              </a:rPr>
              <a:t>1. Unbounded: ПРОДАЖІ ЧЕРЕЗ DIRECT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8097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Unbounded Bold"/>
              </a:rPr>
              <a:t>2. Unbounded Bold: ПРОДАЖІ ЧЕРЕЗ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575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Unbounded SemiBold"/>
              </a:rPr>
              <a:t>3. Unbounded SemiBold: ПРОДАЖІ ЧЕРЕЗ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9052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Manrope"/>
              </a:rPr>
              <a:t>4. Manrope: ПРОДАЖІ ЧЕРЕЗ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9530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Manrope SemiBold"/>
              </a:rPr>
              <a:t>5. Manrope SemiBold: ПРОДАЖІ ЧЕРЕЗ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0007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Montserrat"/>
              </a:rPr>
              <a:t>6. Montserrat: ПРОДАЖІ ЧЕРЕЗ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70485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Montserrat ExtraBold"/>
              </a:rPr>
              <a:t>7. Montserrat ExtraBold: ПРОДАЖІ ЧЕРЕЗ 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80962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Inter"/>
              </a:rPr>
              <a:t>8. Inter: ПРОДАЖІ ЧЕРЕЗ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1440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Exo 2"/>
              </a:rPr>
              <a:t>9. Exo 2: ПРОДАЖІ ЧЕРЕЗ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01917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Benzin"/>
              </a:rPr>
              <a:t>10. Benzin: ПРОДАЖІ ЧЕРЕЗ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12395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Russo One"/>
              </a:rPr>
              <a:t>11. Russo One: ПРОДАЖІ ЧЕРЕЗ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22872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Raleway"/>
              </a:rPr>
              <a:t>12. Raleway: ПРОДАЖІ ЧЕРЕЗ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33350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Onest"/>
              </a:rPr>
              <a:t>13. Onest: ПРОДАЖІ ЧЕРЕЗ 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43827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Golos Text"/>
              </a:rPr>
              <a:t>14. Golos Text: ПРОДАЖІ ЧЕРЕЗ 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543050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3000">
                <a:solidFill>
                  <a:srgbClr val="000000"/>
                </a:solidFill>
                <a:latin typeface="Mulish"/>
              </a:rPr>
              <a:t>15. Mulish: ПРОДАЖІ ЧЕРЕЗ 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6478250"/>
            <a:ext cx="9144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00000"/>
                </a:solidFill>
                <a:latin typeface="Wix Madefor Display"/>
              </a:rPr>
              <a:t>16. Wix Madefor Display: ПРОДАЖІ ЧЕРЕЗ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