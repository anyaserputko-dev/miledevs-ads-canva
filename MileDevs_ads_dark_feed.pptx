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evgen-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4476750"/>
            <a:ext cx="6848475" cy="8382000"/>
          </a:xfrm>
          <a:prstGeom prst="rect">
            <a:avLst/>
          </a:prstGeom>
        </p:spPr>
      </p:pic>
      <p:pic>
        <p:nvPicPr>
          <p:cNvPr id="4" name="Picture 3" descr="logo-mon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747043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5243" y="790575"/>
            <a:ext cx="18695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spc="29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850" y="838200"/>
            <a:ext cx="5448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spc="216">
                <a:solidFill>
                  <a:srgbClr val="A89FFF"/>
                </a:solidFill>
                <a:latin typeface="Montserrat"/>
              </a:rPr>
              <a:t>ВЛАСНИКАМ SHOPIFY-МАГАЗИНІВ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714500"/>
            <a:ext cx="8877300" cy="230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FFFFFF"/>
                </a:solidFill>
                <a:latin typeface="Montserrat"/>
              </a:rPr>
              <a:t>ПОКУПЦІ ЙДУТЬ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FFFFFF"/>
                </a:solidFill>
                <a:latin typeface="Montserrat"/>
              </a:rPr>
              <a:t>З КОШИКА —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8D8B9C"/>
                </a:solidFill>
                <a:latin typeface="Montserrat"/>
              </a:rPr>
              <a:t>ПОКАЖЕМО ЧОМУ.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34000"/>
            <a:ext cx="4095750" cy="1215330"/>
          </a:xfrm>
          <a:prstGeom prst="roundRect">
            <a:avLst>
              <a:gd name="adj" fmla="val 23512"/>
            </a:avLst>
          </a:prstGeom>
          <a:solidFill>
            <a:srgbClr val="8F82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5334000"/>
            <a:ext cx="4210050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FFFFFF"/>
                </a:solidFill>
                <a:latin typeface="Montserrat"/>
              </a:rPr>
              <a:t>Подивіться, чому з кошика ніхто не купує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6858000"/>
            <a:ext cx="4114800" cy="10400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C9C7D6"/>
                </a:solidFill>
                <a:latin typeface="Montserrat"/>
              </a:rPr>
              <a:t>Ви просто надсилаєте лінк на магазин. Розбір — безкоштовний.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10287000"/>
            <a:ext cx="3926607" cy="866775"/>
          </a:xfrm>
          <a:prstGeom prst="roundRect">
            <a:avLst>
              <a:gd name="adj" fmla="val 50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" y="10287000"/>
            <a:ext cx="4688607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20F2E"/>
                </a:solidFill>
                <a:latin typeface="Montserrat"/>
              </a:rPr>
              <a:t>Отримати аудит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1430000"/>
            <a:ext cx="2738884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Montserrat"/>
              </a:rPr>
              <a:t>Євгеній</a:t>
            </a:r>
            <a:r>
              <a:rPr sz="1950" b="0">
                <a:solidFill>
                  <a:srgbClr val="C9C7D6"/>
                </a:solidFill>
                <a:latin typeface="Montserrat"/>
              </a:rPr>
              <a:t> · засновник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-fe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anna-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4667250"/>
            <a:ext cx="6705600" cy="8191500"/>
          </a:xfrm>
          <a:prstGeom prst="rect">
            <a:avLst/>
          </a:prstGeom>
        </p:spPr>
      </p:pic>
      <p:pic>
        <p:nvPicPr>
          <p:cNvPr id="4" name="Picture 3" descr="logo-mon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747043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5243" y="790575"/>
            <a:ext cx="18695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spc="294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3850" y="838200"/>
            <a:ext cx="54483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spc="216">
                <a:solidFill>
                  <a:srgbClr val="A89FFF"/>
                </a:solidFill>
                <a:latin typeface="Montserrat"/>
              </a:rPr>
              <a:t>SHOPIFY SELECT PARTNER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1714500"/>
            <a:ext cx="8877300" cy="230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FFFFFF"/>
                </a:solidFill>
                <a:latin typeface="Montserrat"/>
              </a:rPr>
              <a:t>БІЛЬШЕ ПРОДАЖІВ —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8D8B9C"/>
                </a:solidFill>
                <a:latin typeface="Montserrat"/>
              </a:rPr>
              <a:t>БЕЗ БІЛЬШОГО</a:t>
            </a:r>
          </a:p>
          <a:p>
            <a:pPr algn="l">
              <a:lnSpc>
                <a:spcPct val="106000"/>
              </a:lnSpc>
            </a:pPr>
            <a:r>
              <a:rPr sz="5700" b="1" spc="-57">
                <a:solidFill>
                  <a:srgbClr val="8D8B9C"/>
                </a:solidFill>
                <a:latin typeface="Montserrat"/>
              </a:rPr>
              <a:t>БЮДЖЕТУ.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4476750"/>
            <a:ext cx="5448300" cy="128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>
                <a:solidFill>
                  <a:srgbClr val="E9E8F2"/>
                </a:solidFill>
                <a:latin typeface="Montserrat"/>
              </a:rPr>
              <a:t>Безкоштовно розберемо ваш Shopify-магазин: де покупці йдуть і що змінити першим.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10287000"/>
            <a:ext cx="4629596" cy="866775"/>
          </a:xfrm>
          <a:prstGeom prst="roundRect">
            <a:avLst>
              <a:gd name="adj" fmla="val 50000"/>
            </a:avLst>
          </a:prstGeom>
          <a:solidFill>
            <a:srgbClr val="9D9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10287000"/>
            <a:ext cx="5391596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20F2E"/>
                </a:solidFill>
                <a:latin typeface="Montserrat"/>
              </a:rPr>
              <a:t>Перевірити магазин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11430000"/>
            <a:ext cx="2325365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Montserrat"/>
              </a:rPr>
              <a:t>Анна</a:t>
            </a:r>
            <a:r>
              <a:rPr sz="1950" b="0">
                <a:solidFill>
                  <a:srgbClr val="C9C7D6"/>
                </a:solidFill>
                <a:latin typeface="Montserrat"/>
              </a:rPr>
              <a:t> · MILEDEVS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