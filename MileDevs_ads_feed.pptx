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m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33" y="1064493"/>
            <a:ext cx="821754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56038" y="1088306"/>
            <a:ext cx="276805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spc="336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2603" y="1864593"/>
            <a:ext cx="8401720" cy="1584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6000" b="1" spc="-179">
                <a:solidFill>
                  <a:srgbClr val="151515"/>
                </a:solidFill>
                <a:latin typeface="Montserrat"/>
              </a:rPr>
              <a:t>Це замовлення</a:t>
            </a:r>
          </a:p>
          <a:p>
            <a:pPr algn="ctr">
              <a:lnSpc>
                <a:spcPct val="104000"/>
              </a:lnSpc>
            </a:pPr>
            <a:r>
              <a:rPr sz="6000" b="1" spc="-179">
                <a:solidFill>
                  <a:srgbClr val="151515"/>
                </a:solidFill>
                <a:latin typeface="Montserrat"/>
              </a:rPr>
              <a:t>могло бути вашим.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8542" y="3678064"/>
            <a:ext cx="6709842" cy="97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50" b="0">
                <a:solidFill>
                  <a:srgbClr val="1D1D1D"/>
                </a:solidFill>
                <a:latin typeface="Montserrat"/>
              </a:rPr>
              <a:t>Покупець дійшов до кошика —</a:t>
            </a:r>
          </a:p>
          <a:p>
            <a:pPr algn="ctr">
              <a:lnSpc>
                <a:spcPct val="135000"/>
              </a:lnSpc>
            </a:pPr>
            <a:r>
              <a:rPr sz="2850" b="0">
                <a:solidFill>
                  <a:srgbClr val="1D1D1D"/>
                </a:solidFill>
                <a:latin typeface="Montserrat"/>
              </a:rPr>
              <a:t>і купив у конкурента.</a:t>
            </a:r>
          </a:p>
        </p:txBody>
      </p:sp>
      <p:sp>
        <p:nvSpPr>
          <p:cNvPr id="6" name="Oval 5"/>
          <p:cNvSpPr/>
          <p:nvPr/>
        </p:nvSpPr>
        <p:spPr>
          <a:xfrm>
            <a:off x="1428750" y="4902919"/>
            <a:ext cx="7429500" cy="4933950"/>
          </a:xfrm>
          <a:prstGeom prst="ellipse">
            <a:avLst/>
          </a:prstGeom>
          <a:solidFill>
            <a:srgbClr val="EB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5379169"/>
            <a:ext cx="8572500" cy="19431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5703019"/>
            <a:ext cx="1295400" cy="1295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4150" y="5897835"/>
            <a:ext cx="6315373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51515"/>
                </a:solidFill>
                <a:latin typeface="Montserrat"/>
              </a:rPr>
              <a:t>Нове замовлення — ₴1 240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150" y="6455941"/>
            <a:ext cx="6315373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77777E"/>
                </a:solidFill>
                <a:latin typeface="Montserrat"/>
              </a:rPr>
              <a:t>магазин конкурента · щойно</a:t>
            </a:r>
          </a:p>
        </p:txBody>
      </p:sp>
      <p:sp>
        <p:nvSpPr>
          <p:cNvPr id="11" name="Oval 10"/>
          <p:cNvSpPr/>
          <p:nvPr/>
        </p:nvSpPr>
        <p:spPr>
          <a:xfrm>
            <a:off x="8896350" y="5722069"/>
            <a:ext cx="190500" cy="190500"/>
          </a:xfrm>
          <a:prstGeom prst="ellipse">
            <a:avLst/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24000" y="7569919"/>
            <a:ext cx="7239000" cy="1695450"/>
          </a:xfrm>
          <a:prstGeom prst="roundRect">
            <a:avLst>
              <a:gd name="adj" fmla="val 21348"/>
            </a:avLst>
          </a:prstGeom>
          <a:solidFill>
            <a:srgbClr val="FFFF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g-grey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847850" y="7893769"/>
            <a:ext cx="1047750" cy="104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43250" y="7997577"/>
            <a:ext cx="5088359" cy="416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1">
                <a:solidFill>
                  <a:srgbClr val="55555C">
                    <a:alpha val="75000"/>
                  </a:srgbClr>
                </a:solidFill>
                <a:latin typeface="Montserrat"/>
              </a:rPr>
              <a:t>Кошик покинуто — ₴890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8489975"/>
            <a:ext cx="5088359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77777E">
                    <a:alpha val="75000"/>
                  </a:srgbClr>
                </a:solidFill>
                <a:latin typeface="Montserrat"/>
              </a:rPr>
              <a:t>ваш магазин · 2 хв тому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8476" y="10027369"/>
            <a:ext cx="7289974" cy="1133475"/>
          </a:xfrm>
          <a:prstGeom prst="roundRect">
            <a:avLst>
              <a:gd name="adj" fmla="val 50000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476" y="10027369"/>
            <a:ext cx="8051974" cy="1133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150" b="1">
                <a:solidFill>
                  <a:srgbClr val="FFFFFF"/>
                </a:solidFill>
                <a:latin typeface="Montserrat"/>
              </a:rPr>
              <a:t>Дізнатись, чому не у вас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142" y="11446594"/>
            <a:ext cx="9300716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0">
                <a:solidFill>
                  <a:srgbClr val="6B6B72"/>
                </a:solidFill>
                <a:latin typeface="Montserrat"/>
              </a:rPr>
              <a:t>Безкоштовний аудит · 7+ років на Shopify · 300+ проєктів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